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62" r:id="rId3"/>
    <p:sldId id="257" r:id="rId4"/>
    <p:sldId id="261" r:id="rId5"/>
    <p:sldId id="258" r:id="rId6"/>
    <p:sldId id="259" r:id="rId7"/>
    <p:sldId id="260"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485"/>
    <p:restoredTop sz="94632"/>
  </p:normalViewPr>
  <p:slideViewPr>
    <p:cSldViewPr snapToGrid="0">
      <p:cViewPr varScale="1">
        <p:scale>
          <a:sx n="111" d="100"/>
          <a:sy n="111" d="100"/>
        </p:scale>
        <p:origin x="-3520" y="12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E4B28D-2AF0-3F34-8394-5E3FD894A443}"/>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a:extLst>
              <a:ext uri="{FF2B5EF4-FFF2-40B4-BE49-F238E27FC236}">
                <a16:creationId xmlns:a16="http://schemas.microsoft.com/office/drawing/2014/main" id="{DDC670E2-E1DC-1CEB-70AE-64592448246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a:extLst>
              <a:ext uri="{FF2B5EF4-FFF2-40B4-BE49-F238E27FC236}">
                <a16:creationId xmlns:a16="http://schemas.microsoft.com/office/drawing/2014/main" id="{35B6739D-707E-97D3-D629-D8C7DC1B5D18}"/>
              </a:ext>
            </a:extLst>
          </p:cNvPr>
          <p:cNvSpPr>
            <a:spLocks noGrp="1"/>
          </p:cNvSpPr>
          <p:nvPr>
            <p:ph type="dt" sz="half" idx="10"/>
          </p:nvPr>
        </p:nvSpPr>
        <p:spPr/>
        <p:txBody>
          <a:bodyPr/>
          <a:lstStyle/>
          <a:p>
            <a:fld id="{AE8F14BE-FF8A-CE45-BC5E-071F9DD5EAAE}" type="datetimeFigureOut">
              <a:rPr lang="en-GB" smtClean="0"/>
              <a:t>30/10/2025</a:t>
            </a:fld>
            <a:endParaRPr lang="en-GB"/>
          </a:p>
        </p:txBody>
      </p:sp>
      <p:sp>
        <p:nvSpPr>
          <p:cNvPr id="5" name="Footer Placeholder 4">
            <a:extLst>
              <a:ext uri="{FF2B5EF4-FFF2-40B4-BE49-F238E27FC236}">
                <a16:creationId xmlns:a16="http://schemas.microsoft.com/office/drawing/2014/main" id="{580A45BA-F6D0-88A6-15B9-B7DDE818534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D8D86D9-8CFF-2CF7-4387-562B5DA92F0A}"/>
              </a:ext>
            </a:extLst>
          </p:cNvPr>
          <p:cNvSpPr>
            <a:spLocks noGrp="1"/>
          </p:cNvSpPr>
          <p:nvPr>
            <p:ph type="sldNum" sz="quarter" idx="12"/>
          </p:nvPr>
        </p:nvSpPr>
        <p:spPr/>
        <p:txBody>
          <a:bodyPr/>
          <a:lstStyle/>
          <a:p>
            <a:fld id="{37FD487B-3387-764A-AC5C-22C853C56F40}" type="slidenum">
              <a:rPr lang="en-GB" smtClean="0"/>
              <a:t>‹#›</a:t>
            </a:fld>
            <a:endParaRPr lang="en-GB"/>
          </a:p>
        </p:txBody>
      </p:sp>
    </p:spTree>
    <p:extLst>
      <p:ext uri="{BB962C8B-B14F-4D97-AF65-F5344CB8AC3E}">
        <p14:creationId xmlns:p14="http://schemas.microsoft.com/office/powerpoint/2010/main" val="42889512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9A629D-439B-8F64-1E23-BFA470AB7F7B}"/>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2D31C1CB-5D74-6C90-B033-DC62B49AE1AC}"/>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F540DC62-9DC5-2707-8D44-917DDF10E450}"/>
              </a:ext>
            </a:extLst>
          </p:cNvPr>
          <p:cNvSpPr>
            <a:spLocks noGrp="1"/>
          </p:cNvSpPr>
          <p:nvPr>
            <p:ph type="dt" sz="half" idx="10"/>
          </p:nvPr>
        </p:nvSpPr>
        <p:spPr/>
        <p:txBody>
          <a:bodyPr/>
          <a:lstStyle/>
          <a:p>
            <a:fld id="{AE8F14BE-FF8A-CE45-BC5E-071F9DD5EAAE}" type="datetimeFigureOut">
              <a:rPr lang="en-GB" smtClean="0"/>
              <a:t>30/10/2025</a:t>
            </a:fld>
            <a:endParaRPr lang="en-GB"/>
          </a:p>
        </p:txBody>
      </p:sp>
      <p:sp>
        <p:nvSpPr>
          <p:cNvPr id="5" name="Footer Placeholder 4">
            <a:extLst>
              <a:ext uri="{FF2B5EF4-FFF2-40B4-BE49-F238E27FC236}">
                <a16:creationId xmlns:a16="http://schemas.microsoft.com/office/drawing/2014/main" id="{D6158151-1808-595D-F2F4-1B293F4A5BD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A3C79C2-D655-9B14-CBE2-430DF36C33AD}"/>
              </a:ext>
            </a:extLst>
          </p:cNvPr>
          <p:cNvSpPr>
            <a:spLocks noGrp="1"/>
          </p:cNvSpPr>
          <p:nvPr>
            <p:ph type="sldNum" sz="quarter" idx="12"/>
          </p:nvPr>
        </p:nvSpPr>
        <p:spPr/>
        <p:txBody>
          <a:bodyPr/>
          <a:lstStyle/>
          <a:p>
            <a:fld id="{37FD487B-3387-764A-AC5C-22C853C56F40}" type="slidenum">
              <a:rPr lang="en-GB" smtClean="0"/>
              <a:t>‹#›</a:t>
            </a:fld>
            <a:endParaRPr lang="en-GB"/>
          </a:p>
        </p:txBody>
      </p:sp>
    </p:spTree>
    <p:extLst>
      <p:ext uri="{BB962C8B-B14F-4D97-AF65-F5344CB8AC3E}">
        <p14:creationId xmlns:p14="http://schemas.microsoft.com/office/powerpoint/2010/main" val="20474566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2867C8-29B0-F110-145C-77C18D84C2AE}"/>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p>
        </p:txBody>
      </p:sp>
      <p:sp>
        <p:nvSpPr>
          <p:cNvPr id="3" name="Text Placeholder 2">
            <a:extLst>
              <a:ext uri="{FF2B5EF4-FFF2-40B4-BE49-F238E27FC236}">
                <a16:creationId xmlns:a16="http://schemas.microsoft.com/office/drawing/2014/main" id="{B38F358A-57C0-E667-2FDC-8B0CF181A76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CEE08CC7-F7D3-07B0-7070-486546FFDD48}"/>
              </a:ext>
            </a:extLst>
          </p:cNvPr>
          <p:cNvSpPr>
            <a:spLocks noGrp="1"/>
          </p:cNvSpPr>
          <p:nvPr>
            <p:ph type="dt" sz="half" idx="10"/>
          </p:nvPr>
        </p:nvSpPr>
        <p:spPr/>
        <p:txBody>
          <a:bodyPr/>
          <a:lstStyle/>
          <a:p>
            <a:fld id="{AE8F14BE-FF8A-CE45-BC5E-071F9DD5EAAE}" type="datetimeFigureOut">
              <a:rPr lang="en-GB" smtClean="0"/>
              <a:t>30/10/2025</a:t>
            </a:fld>
            <a:endParaRPr lang="en-GB"/>
          </a:p>
        </p:txBody>
      </p:sp>
      <p:sp>
        <p:nvSpPr>
          <p:cNvPr id="5" name="Footer Placeholder 4">
            <a:extLst>
              <a:ext uri="{FF2B5EF4-FFF2-40B4-BE49-F238E27FC236}">
                <a16:creationId xmlns:a16="http://schemas.microsoft.com/office/drawing/2014/main" id="{37D70025-E525-0484-B85C-3A6E374D295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1C0BF63-8C22-220A-2662-0492292A3E1C}"/>
              </a:ext>
            </a:extLst>
          </p:cNvPr>
          <p:cNvSpPr>
            <a:spLocks noGrp="1"/>
          </p:cNvSpPr>
          <p:nvPr>
            <p:ph type="sldNum" sz="quarter" idx="12"/>
          </p:nvPr>
        </p:nvSpPr>
        <p:spPr/>
        <p:txBody>
          <a:bodyPr/>
          <a:lstStyle/>
          <a:p>
            <a:fld id="{37FD487B-3387-764A-AC5C-22C853C56F40}" type="slidenum">
              <a:rPr lang="en-GB" smtClean="0"/>
              <a:t>‹#›</a:t>
            </a:fld>
            <a:endParaRPr lang="en-GB"/>
          </a:p>
        </p:txBody>
      </p:sp>
    </p:spTree>
    <p:extLst>
      <p:ext uri="{BB962C8B-B14F-4D97-AF65-F5344CB8AC3E}">
        <p14:creationId xmlns:p14="http://schemas.microsoft.com/office/powerpoint/2010/main" val="37311408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EC943A-15AE-647F-E3F9-4338CCA848E9}"/>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95884F0D-9FA5-7D26-21B4-F286F2AF7A5F}"/>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a:extLst>
              <a:ext uri="{FF2B5EF4-FFF2-40B4-BE49-F238E27FC236}">
                <a16:creationId xmlns:a16="http://schemas.microsoft.com/office/drawing/2014/main" id="{1286FF98-4CD8-7962-D9BE-EB6891543C57}"/>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a:extLst>
              <a:ext uri="{FF2B5EF4-FFF2-40B4-BE49-F238E27FC236}">
                <a16:creationId xmlns:a16="http://schemas.microsoft.com/office/drawing/2014/main" id="{E18B9882-AF05-D049-A682-0B812BA8ACAE}"/>
              </a:ext>
            </a:extLst>
          </p:cNvPr>
          <p:cNvSpPr>
            <a:spLocks noGrp="1"/>
          </p:cNvSpPr>
          <p:nvPr>
            <p:ph type="dt" sz="half" idx="10"/>
          </p:nvPr>
        </p:nvSpPr>
        <p:spPr/>
        <p:txBody>
          <a:bodyPr/>
          <a:lstStyle/>
          <a:p>
            <a:fld id="{AE8F14BE-FF8A-CE45-BC5E-071F9DD5EAAE}" type="datetimeFigureOut">
              <a:rPr lang="en-GB" smtClean="0"/>
              <a:t>30/10/2025</a:t>
            </a:fld>
            <a:endParaRPr lang="en-GB"/>
          </a:p>
        </p:txBody>
      </p:sp>
      <p:sp>
        <p:nvSpPr>
          <p:cNvPr id="6" name="Footer Placeholder 5">
            <a:extLst>
              <a:ext uri="{FF2B5EF4-FFF2-40B4-BE49-F238E27FC236}">
                <a16:creationId xmlns:a16="http://schemas.microsoft.com/office/drawing/2014/main" id="{756C95F9-A757-FB43-5CF8-955CD71E3620}"/>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20A84ACB-9275-1A52-E3FD-8D599E602087}"/>
              </a:ext>
            </a:extLst>
          </p:cNvPr>
          <p:cNvSpPr>
            <a:spLocks noGrp="1"/>
          </p:cNvSpPr>
          <p:nvPr>
            <p:ph type="sldNum" sz="quarter" idx="12"/>
          </p:nvPr>
        </p:nvSpPr>
        <p:spPr/>
        <p:txBody>
          <a:bodyPr/>
          <a:lstStyle/>
          <a:p>
            <a:fld id="{37FD487B-3387-764A-AC5C-22C853C56F40}" type="slidenum">
              <a:rPr lang="en-GB" smtClean="0"/>
              <a:t>‹#›</a:t>
            </a:fld>
            <a:endParaRPr lang="en-GB"/>
          </a:p>
        </p:txBody>
      </p:sp>
    </p:spTree>
    <p:extLst>
      <p:ext uri="{BB962C8B-B14F-4D97-AF65-F5344CB8AC3E}">
        <p14:creationId xmlns:p14="http://schemas.microsoft.com/office/powerpoint/2010/main" val="29908470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1DC0A3-D3E7-E6EB-8135-F9066288001A}"/>
              </a:ext>
            </a:extLst>
          </p:cNvPr>
          <p:cNvSpPr>
            <a:spLocks noGrp="1"/>
          </p:cNvSpPr>
          <p:nvPr>
            <p:ph type="title"/>
          </p:nvPr>
        </p:nvSpPr>
        <p:spPr>
          <a:xfrm>
            <a:off x="839788" y="365125"/>
            <a:ext cx="10515600" cy="1325563"/>
          </a:xfrm>
        </p:spPr>
        <p:txBody>
          <a:bodyPr/>
          <a:lstStyle/>
          <a:p>
            <a:r>
              <a:rPr lang="en-GB"/>
              <a:t>Click to edit Master title style</a:t>
            </a:r>
          </a:p>
        </p:txBody>
      </p:sp>
      <p:sp>
        <p:nvSpPr>
          <p:cNvPr id="3" name="Text Placeholder 2">
            <a:extLst>
              <a:ext uri="{FF2B5EF4-FFF2-40B4-BE49-F238E27FC236}">
                <a16:creationId xmlns:a16="http://schemas.microsoft.com/office/drawing/2014/main" id="{FF1D8188-F2B3-DC6B-88CE-822A45ACD45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0E8BD3CC-80BF-664F-D3CD-EF55DBBDCCC2}"/>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a:extLst>
              <a:ext uri="{FF2B5EF4-FFF2-40B4-BE49-F238E27FC236}">
                <a16:creationId xmlns:a16="http://schemas.microsoft.com/office/drawing/2014/main" id="{BC1C84AC-029D-1A5A-C338-2512BD86F0F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206A9B51-C5F9-0EAF-A10A-CF06729161D4}"/>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a:extLst>
              <a:ext uri="{FF2B5EF4-FFF2-40B4-BE49-F238E27FC236}">
                <a16:creationId xmlns:a16="http://schemas.microsoft.com/office/drawing/2014/main" id="{6DE7627B-9FC3-AFEC-EC7A-92F941191347}"/>
              </a:ext>
            </a:extLst>
          </p:cNvPr>
          <p:cNvSpPr>
            <a:spLocks noGrp="1"/>
          </p:cNvSpPr>
          <p:nvPr>
            <p:ph type="dt" sz="half" idx="10"/>
          </p:nvPr>
        </p:nvSpPr>
        <p:spPr/>
        <p:txBody>
          <a:bodyPr/>
          <a:lstStyle/>
          <a:p>
            <a:fld id="{AE8F14BE-FF8A-CE45-BC5E-071F9DD5EAAE}" type="datetimeFigureOut">
              <a:rPr lang="en-GB" smtClean="0"/>
              <a:t>30/10/2025</a:t>
            </a:fld>
            <a:endParaRPr lang="en-GB"/>
          </a:p>
        </p:txBody>
      </p:sp>
      <p:sp>
        <p:nvSpPr>
          <p:cNvPr id="8" name="Footer Placeholder 7">
            <a:extLst>
              <a:ext uri="{FF2B5EF4-FFF2-40B4-BE49-F238E27FC236}">
                <a16:creationId xmlns:a16="http://schemas.microsoft.com/office/drawing/2014/main" id="{EE6DEC62-AFE4-0453-A96B-B706568BF27C}"/>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2C6A94BF-2724-981F-9CDE-DA8E17B06C07}"/>
              </a:ext>
            </a:extLst>
          </p:cNvPr>
          <p:cNvSpPr>
            <a:spLocks noGrp="1"/>
          </p:cNvSpPr>
          <p:nvPr>
            <p:ph type="sldNum" sz="quarter" idx="12"/>
          </p:nvPr>
        </p:nvSpPr>
        <p:spPr/>
        <p:txBody>
          <a:bodyPr/>
          <a:lstStyle/>
          <a:p>
            <a:fld id="{37FD487B-3387-764A-AC5C-22C853C56F40}" type="slidenum">
              <a:rPr lang="en-GB" smtClean="0"/>
              <a:t>‹#›</a:t>
            </a:fld>
            <a:endParaRPr lang="en-GB"/>
          </a:p>
        </p:txBody>
      </p:sp>
    </p:spTree>
    <p:extLst>
      <p:ext uri="{BB962C8B-B14F-4D97-AF65-F5344CB8AC3E}">
        <p14:creationId xmlns:p14="http://schemas.microsoft.com/office/powerpoint/2010/main" val="19606146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D203C-1FEF-9146-C021-0645D6465BDC}"/>
              </a:ext>
            </a:extLst>
          </p:cNvPr>
          <p:cNvSpPr>
            <a:spLocks noGrp="1"/>
          </p:cNvSpPr>
          <p:nvPr>
            <p:ph type="title"/>
          </p:nvPr>
        </p:nvSpPr>
        <p:spPr/>
        <p:txBody>
          <a:bodyPr/>
          <a:lstStyle/>
          <a:p>
            <a:r>
              <a:rPr lang="en-GB"/>
              <a:t>Click to edit Master title style</a:t>
            </a:r>
          </a:p>
        </p:txBody>
      </p:sp>
      <p:sp>
        <p:nvSpPr>
          <p:cNvPr id="3" name="Date Placeholder 2">
            <a:extLst>
              <a:ext uri="{FF2B5EF4-FFF2-40B4-BE49-F238E27FC236}">
                <a16:creationId xmlns:a16="http://schemas.microsoft.com/office/drawing/2014/main" id="{1CDEEFE9-D1E3-84E2-E090-FA080B6C44EC}"/>
              </a:ext>
            </a:extLst>
          </p:cNvPr>
          <p:cNvSpPr>
            <a:spLocks noGrp="1"/>
          </p:cNvSpPr>
          <p:nvPr>
            <p:ph type="dt" sz="half" idx="10"/>
          </p:nvPr>
        </p:nvSpPr>
        <p:spPr/>
        <p:txBody>
          <a:bodyPr/>
          <a:lstStyle/>
          <a:p>
            <a:fld id="{AE8F14BE-FF8A-CE45-BC5E-071F9DD5EAAE}" type="datetimeFigureOut">
              <a:rPr lang="en-GB" smtClean="0"/>
              <a:t>30/10/2025</a:t>
            </a:fld>
            <a:endParaRPr lang="en-GB"/>
          </a:p>
        </p:txBody>
      </p:sp>
      <p:sp>
        <p:nvSpPr>
          <p:cNvPr id="4" name="Footer Placeholder 3">
            <a:extLst>
              <a:ext uri="{FF2B5EF4-FFF2-40B4-BE49-F238E27FC236}">
                <a16:creationId xmlns:a16="http://schemas.microsoft.com/office/drawing/2014/main" id="{7E3E36DE-CD1C-57D1-AED2-4ACF6E9B3A1A}"/>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830351B9-CDE6-DAA5-749F-465D981F245F}"/>
              </a:ext>
            </a:extLst>
          </p:cNvPr>
          <p:cNvSpPr>
            <a:spLocks noGrp="1"/>
          </p:cNvSpPr>
          <p:nvPr>
            <p:ph type="sldNum" sz="quarter" idx="12"/>
          </p:nvPr>
        </p:nvSpPr>
        <p:spPr/>
        <p:txBody>
          <a:bodyPr/>
          <a:lstStyle/>
          <a:p>
            <a:fld id="{37FD487B-3387-764A-AC5C-22C853C56F40}" type="slidenum">
              <a:rPr lang="en-GB" smtClean="0"/>
              <a:t>‹#›</a:t>
            </a:fld>
            <a:endParaRPr lang="en-GB"/>
          </a:p>
        </p:txBody>
      </p:sp>
    </p:spTree>
    <p:extLst>
      <p:ext uri="{BB962C8B-B14F-4D97-AF65-F5344CB8AC3E}">
        <p14:creationId xmlns:p14="http://schemas.microsoft.com/office/powerpoint/2010/main" val="682278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EE3F0B5-65DF-CA80-403B-4E1069C863FC}"/>
              </a:ext>
            </a:extLst>
          </p:cNvPr>
          <p:cNvSpPr>
            <a:spLocks noGrp="1"/>
          </p:cNvSpPr>
          <p:nvPr>
            <p:ph type="dt" sz="half" idx="10"/>
          </p:nvPr>
        </p:nvSpPr>
        <p:spPr/>
        <p:txBody>
          <a:bodyPr/>
          <a:lstStyle/>
          <a:p>
            <a:fld id="{AE8F14BE-FF8A-CE45-BC5E-071F9DD5EAAE}" type="datetimeFigureOut">
              <a:rPr lang="en-GB" smtClean="0"/>
              <a:t>30/10/2025</a:t>
            </a:fld>
            <a:endParaRPr lang="en-GB"/>
          </a:p>
        </p:txBody>
      </p:sp>
      <p:sp>
        <p:nvSpPr>
          <p:cNvPr id="3" name="Footer Placeholder 2">
            <a:extLst>
              <a:ext uri="{FF2B5EF4-FFF2-40B4-BE49-F238E27FC236}">
                <a16:creationId xmlns:a16="http://schemas.microsoft.com/office/drawing/2014/main" id="{D366993F-5BE1-3986-D27B-C1A0A8212138}"/>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EAE228DC-A6A1-39B4-BB56-45E60C3A2862}"/>
              </a:ext>
            </a:extLst>
          </p:cNvPr>
          <p:cNvSpPr>
            <a:spLocks noGrp="1"/>
          </p:cNvSpPr>
          <p:nvPr>
            <p:ph type="sldNum" sz="quarter" idx="12"/>
          </p:nvPr>
        </p:nvSpPr>
        <p:spPr/>
        <p:txBody>
          <a:bodyPr/>
          <a:lstStyle/>
          <a:p>
            <a:fld id="{37FD487B-3387-764A-AC5C-22C853C56F40}" type="slidenum">
              <a:rPr lang="en-GB" smtClean="0"/>
              <a:t>‹#›</a:t>
            </a:fld>
            <a:endParaRPr lang="en-GB"/>
          </a:p>
        </p:txBody>
      </p:sp>
    </p:spTree>
    <p:extLst>
      <p:ext uri="{BB962C8B-B14F-4D97-AF65-F5344CB8AC3E}">
        <p14:creationId xmlns:p14="http://schemas.microsoft.com/office/powerpoint/2010/main" val="36385473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7922D7-E032-E5E1-1DFC-2F1A703C16D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Content Placeholder 2">
            <a:extLst>
              <a:ext uri="{FF2B5EF4-FFF2-40B4-BE49-F238E27FC236}">
                <a16:creationId xmlns:a16="http://schemas.microsoft.com/office/drawing/2014/main" id="{5E2DB005-1B55-FBED-E0C4-7862DB0CB23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a:extLst>
              <a:ext uri="{FF2B5EF4-FFF2-40B4-BE49-F238E27FC236}">
                <a16:creationId xmlns:a16="http://schemas.microsoft.com/office/drawing/2014/main" id="{72F997A0-E586-3221-EE8F-074B521B56E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08EB9E50-5149-3B57-9F8A-0E2452756C3E}"/>
              </a:ext>
            </a:extLst>
          </p:cNvPr>
          <p:cNvSpPr>
            <a:spLocks noGrp="1"/>
          </p:cNvSpPr>
          <p:nvPr>
            <p:ph type="dt" sz="half" idx="10"/>
          </p:nvPr>
        </p:nvSpPr>
        <p:spPr/>
        <p:txBody>
          <a:bodyPr/>
          <a:lstStyle/>
          <a:p>
            <a:fld id="{AE8F14BE-FF8A-CE45-BC5E-071F9DD5EAAE}" type="datetimeFigureOut">
              <a:rPr lang="en-GB" smtClean="0"/>
              <a:t>30/10/2025</a:t>
            </a:fld>
            <a:endParaRPr lang="en-GB"/>
          </a:p>
        </p:txBody>
      </p:sp>
      <p:sp>
        <p:nvSpPr>
          <p:cNvPr id="6" name="Footer Placeholder 5">
            <a:extLst>
              <a:ext uri="{FF2B5EF4-FFF2-40B4-BE49-F238E27FC236}">
                <a16:creationId xmlns:a16="http://schemas.microsoft.com/office/drawing/2014/main" id="{120F6FFF-F48C-C73F-B97C-EE89BC7E1A50}"/>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4277149F-0B60-F857-0791-CD60FCB5B0E1}"/>
              </a:ext>
            </a:extLst>
          </p:cNvPr>
          <p:cNvSpPr>
            <a:spLocks noGrp="1"/>
          </p:cNvSpPr>
          <p:nvPr>
            <p:ph type="sldNum" sz="quarter" idx="12"/>
          </p:nvPr>
        </p:nvSpPr>
        <p:spPr/>
        <p:txBody>
          <a:bodyPr/>
          <a:lstStyle/>
          <a:p>
            <a:fld id="{37FD487B-3387-764A-AC5C-22C853C56F40}" type="slidenum">
              <a:rPr lang="en-GB" smtClean="0"/>
              <a:t>‹#›</a:t>
            </a:fld>
            <a:endParaRPr lang="en-GB"/>
          </a:p>
        </p:txBody>
      </p:sp>
    </p:spTree>
    <p:extLst>
      <p:ext uri="{BB962C8B-B14F-4D97-AF65-F5344CB8AC3E}">
        <p14:creationId xmlns:p14="http://schemas.microsoft.com/office/powerpoint/2010/main" val="29136782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493981-C498-A5FA-6713-3B6F426A5035}"/>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Picture Placeholder 2">
            <a:extLst>
              <a:ext uri="{FF2B5EF4-FFF2-40B4-BE49-F238E27FC236}">
                <a16:creationId xmlns:a16="http://schemas.microsoft.com/office/drawing/2014/main" id="{35EB90D0-C213-87B7-B236-ABA4EC4DFBD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E353DDB7-455A-CBFB-0DFD-A078AF87BAB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AFB94D0D-ACE8-5A97-B01B-B4AF8265CDEA}"/>
              </a:ext>
            </a:extLst>
          </p:cNvPr>
          <p:cNvSpPr>
            <a:spLocks noGrp="1"/>
          </p:cNvSpPr>
          <p:nvPr>
            <p:ph type="dt" sz="half" idx="10"/>
          </p:nvPr>
        </p:nvSpPr>
        <p:spPr/>
        <p:txBody>
          <a:bodyPr/>
          <a:lstStyle/>
          <a:p>
            <a:fld id="{AE8F14BE-FF8A-CE45-BC5E-071F9DD5EAAE}" type="datetimeFigureOut">
              <a:rPr lang="en-GB" smtClean="0"/>
              <a:t>30/10/2025</a:t>
            </a:fld>
            <a:endParaRPr lang="en-GB"/>
          </a:p>
        </p:txBody>
      </p:sp>
      <p:sp>
        <p:nvSpPr>
          <p:cNvPr id="6" name="Footer Placeholder 5">
            <a:extLst>
              <a:ext uri="{FF2B5EF4-FFF2-40B4-BE49-F238E27FC236}">
                <a16:creationId xmlns:a16="http://schemas.microsoft.com/office/drawing/2014/main" id="{3C637DA0-5085-1C72-DAE9-2931FDC96441}"/>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52F0974C-3655-47B4-B0AD-670DF2EB9087}"/>
              </a:ext>
            </a:extLst>
          </p:cNvPr>
          <p:cNvSpPr>
            <a:spLocks noGrp="1"/>
          </p:cNvSpPr>
          <p:nvPr>
            <p:ph type="sldNum" sz="quarter" idx="12"/>
          </p:nvPr>
        </p:nvSpPr>
        <p:spPr/>
        <p:txBody>
          <a:bodyPr/>
          <a:lstStyle/>
          <a:p>
            <a:fld id="{37FD487B-3387-764A-AC5C-22C853C56F40}" type="slidenum">
              <a:rPr lang="en-GB" smtClean="0"/>
              <a:t>‹#›</a:t>
            </a:fld>
            <a:endParaRPr lang="en-GB"/>
          </a:p>
        </p:txBody>
      </p:sp>
    </p:spTree>
    <p:extLst>
      <p:ext uri="{BB962C8B-B14F-4D97-AF65-F5344CB8AC3E}">
        <p14:creationId xmlns:p14="http://schemas.microsoft.com/office/powerpoint/2010/main" val="13002467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0979A5-A75A-68F7-F625-E2E568D2BD66}"/>
              </a:ext>
            </a:extLst>
          </p:cNvPr>
          <p:cNvSpPr>
            <a:spLocks noGrp="1"/>
          </p:cNvSpPr>
          <p:nvPr>
            <p:ph type="title"/>
          </p:nvPr>
        </p:nvSpPr>
        <p:spPr/>
        <p:txBody>
          <a:bodyPr/>
          <a:lstStyle/>
          <a:p>
            <a:r>
              <a:rPr lang="en-GB"/>
              <a:t>Click to edit Master title style</a:t>
            </a:r>
          </a:p>
        </p:txBody>
      </p:sp>
      <p:sp>
        <p:nvSpPr>
          <p:cNvPr id="3" name="Vertical Text Placeholder 2">
            <a:extLst>
              <a:ext uri="{FF2B5EF4-FFF2-40B4-BE49-F238E27FC236}">
                <a16:creationId xmlns:a16="http://schemas.microsoft.com/office/drawing/2014/main" id="{531F5029-B3BD-9B12-CC4F-80FFC03CB9AF}"/>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D7F9FCAB-325B-DB7D-A8A1-35C8BA8E8BC5}"/>
              </a:ext>
            </a:extLst>
          </p:cNvPr>
          <p:cNvSpPr>
            <a:spLocks noGrp="1"/>
          </p:cNvSpPr>
          <p:nvPr>
            <p:ph type="dt" sz="half" idx="10"/>
          </p:nvPr>
        </p:nvSpPr>
        <p:spPr/>
        <p:txBody>
          <a:bodyPr/>
          <a:lstStyle/>
          <a:p>
            <a:fld id="{AE8F14BE-FF8A-CE45-BC5E-071F9DD5EAAE}" type="datetimeFigureOut">
              <a:rPr lang="en-GB" smtClean="0"/>
              <a:t>30/10/2025</a:t>
            </a:fld>
            <a:endParaRPr lang="en-GB"/>
          </a:p>
        </p:txBody>
      </p:sp>
      <p:sp>
        <p:nvSpPr>
          <p:cNvPr id="5" name="Footer Placeholder 4">
            <a:extLst>
              <a:ext uri="{FF2B5EF4-FFF2-40B4-BE49-F238E27FC236}">
                <a16:creationId xmlns:a16="http://schemas.microsoft.com/office/drawing/2014/main" id="{88792BE5-84E1-A5A3-3FF2-04E28F6C4C4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8EE4771-7A97-2BE9-52E0-60C4F69FB7B7}"/>
              </a:ext>
            </a:extLst>
          </p:cNvPr>
          <p:cNvSpPr>
            <a:spLocks noGrp="1"/>
          </p:cNvSpPr>
          <p:nvPr>
            <p:ph type="sldNum" sz="quarter" idx="12"/>
          </p:nvPr>
        </p:nvSpPr>
        <p:spPr/>
        <p:txBody>
          <a:bodyPr/>
          <a:lstStyle/>
          <a:p>
            <a:fld id="{37FD487B-3387-764A-AC5C-22C853C56F40}" type="slidenum">
              <a:rPr lang="en-GB" smtClean="0"/>
              <a:t>‹#›</a:t>
            </a:fld>
            <a:endParaRPr lang="en-GB"/>
          </a:p>
        </p:txBody>
      </p:sp>
    </p:spTree>
    <p:extLst>
      <p:ext uri="{BB962C8B-B14F-4D97-AF65-F5344CB8AC3E}">
        <p14:creationId xmlns:p14="http://schemas.microsoft.com/office/powerpoint/2010/main" val="6301669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E9B4513-72AA-AABD-02A9-751E75DFF68F}"/>
              </a:ext>
            </a:extLst>
          </p:cNvPr>
          <p:cNvSpPr>
            <a:spLocks noGrp="1"/>
          </p:cNvSpPr>
          <p:nvPr>
            <p:ph type="title" orient="vert"/>
          </p:nvPr>
        </p:nvSpPr>
        <p:spPr>
          <a:xfrm>
            <a:off x="8724900" y="365125"/>
            <a:ext cx="2628900" cy="5811838"/>
          </a:xfrm>
        </p:spPr>
        <p:txBody>
          <a:bodyPr vert="eaVert"/>
          <a:lstStyle/>
          <a:p>
            <a:r>
              <a:rPr lang="en-GB"/>
              <a:t>Click to edit Master title style</a:t>
            </a:r>
          </a:p>
        </p:txBody>
      </p:sp>
      <p:sp>
        <p:nvSpPr>
          <p:cNvPr id="3" name="Vertical Text Placeholder 2">
            <a:extLst>
              <a:ext uri="{FF2B5EF4-FFF2-40B4-BE49-F238E27FC236}">
                <a16:creationId xmlns:a16="http://schemas.microsoft.com/office/drawing/2014/main" id="{C2B77DA9-C4F9-9472-90BD-1333988C9C29}"/>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B65FF712-9150-F222-DD61-21BECBB92CC0}"/>
              </a:ext>
            </a:extLst>
          </p:cNvPr>
          <p:cNvSpPr>
            <a:spLocks noGrp="1"/>
          </p:cNvSpPr>
          <p:nvPr>
            <p:ph type="dt" sz="half" idx="10"/>
          </p:nvPr>
        </p:nvSpPr>
        <p:spPr/>
        <p:txBody>
          <a:bodyPr/>
          <a:lstStyle/>
          <a:p>
            <a:fld id="{AE8F14BE-FF8A-CE45-BC5E-071F9DD5EAAE}" type="datetimeFigureOut">
              <a:rPr lang="en-GB" smtClean="0"/>
              <a:t>30/10/2025</a:t>
            </a:fld>
            <a:endParaRPr lang="en-GB"/>
          </a:p>
        </p:txBody>
      </p:sp>
      <p:sp>
        <p:nvSpPr>
          <p:cNvPr id="5" name="Footer Placeholder 4">
            <a:extLst>
              <a:ext uri="{FF2B5EF4-FFF2-40B4-BE49-F238E27FC236}">
                <a16:creationId xmlns:a16="http://schemas.microsoft.com/office/drawing/2014/main" id="{757AE96D-907E-60BA-D67C-A6701F71B9D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5D2D1B3-E848-A77D-634A-3201FE591A77}"/>
              </a:ext>
            </a:extLst>
          </p:cNvPr>
          <p:cNvSpPr>
            <a:spLocks noGrp="1"/>
          </p:cNvSpPr>
          <p:nvPr>
            <p:ph type="sldNum" sz="quarter" idx="12"/>
          </p:nvPr>
        </p:nvSpPr>
        <p:spPr/>
        <p:txBody>
          <a:bodyPr/>
          <a:lstStyle/>
          <a:p>
            <a:fld id="{37FD487B-3387-764A-AC5C-22C853C56F40}" type="slidenum">
              <a:rPr lang="en-GB" smtClean="0"/>
              <a:t>‹#›</a:t>
            </a:fld>
            <a:endParaRPr lang="en-GB"/>
          </a:p>
        </p:txBody>
      </p:sp>
    </p:spTree>
    <p:extLst>
      <p:ext uri="{BB962C8B-B14F-4D97-AF65-F5344CB8AC3E}">
        <p14:creationId xmlns:p14="http://schemas.microsoft.com/office/powerpoint/2010/main" val="28614576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8DA6234-9A70-F18F-583B-3ACD2FAAC9F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p>
        </p:txBody>
      </p:sp>
      <p:sp>
        <p:nvSpPr>
          <p:cNvPr id="3" name="Text Placeholder 2">
            <a:extLst>
              <a:ext uri="{FF2B5EF4-FFF2-40B4-BE49-F238E27FC236}">
                <a16:creationId xmlns:a16="http://schemas.microsoft.com/office/drawing/2014/main" id="{179833A9-1C30-E537-41FA-AD21C844A5A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B2318160-1033-389A-6D54-9E7D05D6B98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E8F14BE-FF8A-CE45-BC5E-071F9DD5EAAE}" type="datetimeFigureOut">
              <a:rPr lang="en-GB" smtClean="0"/>
              <a:t>30/10/2025</a:t>
            </a:fld>
            <a:endParaRPr lang="en-GB"/>
          </a:p>
        </p:txBody>
      </p:sp>
      <p:sp>
        <p:nvSpPr>
          <p:cNvPr id="5" name="Footer Placeholder 4">
            <a:extLst>
              <a:ext uri="{FF2B5EF4-FFF2-40B4-BE49-F238E27FC236}">
                <a16:creationId xmlns:a16="http://schemas.microsoft.com/office/drawing/2014/main" id="{71C398C3-19C6-0D06-AC2C-50598097B20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D0DA1524-5D83-D9B8-4DAB-34DC1BC5CD4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7FD487B-3387-764A-AC5C-22C853C56F40}" type="slidenum">
              <a:rPr lang="en-GB" smtClean="0"/>
              <a:t>‹#›</a:t>
            </a:fld>
            <a:endParaRPr lang="en-GB"/>
          </a:p>
        </p:txBody>
      </p:sp>
    </p:spTree>
    <p:extLst>
      <p:ext uri="{BB962C8B-B14F-4D97-AF65-F5344CB8AC3E}">
        <p14:creationId xmlns:p14="http://schemas.microsoft.com/office/powerpoint/2010/main" val="1419887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D91C2A-BB3E-43CC-BFFA-3D77C7BFFF59}"/>
              </a:ext>
            </a:extLst>
          </p:cNvPr>
          <p:cNvSpPr>
            <a:spLocks noGrp="1"/>
          </p:cNvSpPr>
          <p:nvPr>
            <p:ph type="ctrTitle"/>
          </p:nvPr>
        </p:nvSpPr>
        <p:spPr/>
        <p:txBody>
          <a:bodyPr/>
          <a:lstStyle/>
          <a:p>
            <a:endParaRPr lang="en-GB"/>
          </a:p>
        </p:txBody>
      </p:sp>
      <p:sp>
        <p:nvSpPr>
          <p:cNvPr id="3" name="Subtitle 2">
            <a:extLst>
              <a:ext uri="{FF2B5EF4-FFF2-40B4-BE49-F238E27FC236}">
                <a16:creationId xmlns:a16="http://schemas.microsoft.com/office/drawing/2014/main" id="{1ACCDE9B-BC41-C956-FC9A-09FBDCE74920}"/>
              </a:ext>
            </a:extLst>
          </p:cNvPr>
          <p:cNvSpPr>
            <a:spLocks noGrp="1"/>
          </p:cNvSpPr>
          <p:nvPr>
            <p:ph type="subTitle" idx="1"/>
          </p:nvPr>
        </p:nvSpPr>
        <p:spPr/>
        <p:txBody>
          <a:bodyPr/>
          <a:lstStyle/>
          <a:p>
            <a:endParaRPr lang="en-GB"/>
          </a:p>
        </p:txBody>
      </p:sp>
    </p:spTree>
    <p:extLst>
      <p:ext uri="{BB962C8B-B14F-4D97-AF65-F5344CB8AC3E}">
        <p14:creationId xmlns:p14="http://schemas.microsoft.com/office/powerpoint/2010/main" val="2909523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D28B73-5CE9-0961-F254-ADDB0F93DABA}"/>
              </a:ext>
            </a:extLst>
          </p:cNvPr>
          <p:cNvSpPr>
            <a:spLocks noGrp="1"/>
          </p:cNvSpPr>
          <p:nvPr>
            <p:ph type="title"/>
          </p:nvPr>
        </p:nvSpPr>
        <p:spPr/>
        <p:txBody>
          <a:bodyPr/>
          <a:lstStyle/>
          <a:p>
            <a:r>
              <a:rPr lang="en-GB" dirty="0"/>
              <a:t>Info for header page</a:t>
            </a:r>
          </a:p>
        </p:txBody>
      </p:sp>
      <p:sp>
        <p:nvSpPr>
          <p:cNvPr id="4" name="Rectangle 1">
            <a:extLst>
              <a:ext uri="{FF2B5EF4-FFF2-40B4-BE49-F238E27FC236}">
                <a16:creationId xmlns:a16="http://schemas.microsoft.com/office/drawing/2014/main" id="{A72A3E84-5E7E-D47E-0C93-D5E5DC0906C2}"/>
              </a:ext>
            </a:extLst>
          </p:cNvPr>
          <p:cNvSpPr>
            <a:spLocks noGrp="1" noChangeArrowheads="1"/>
          </p:cNvSpPr>
          <p:nvPr>
            <p:ph idx="1"/>
          </p:nvPr>
        </p:nvSpPr>
        <p:spPr bwMode="auto">
          <a:xfrm>
            <a:off x="838200" y="2908687"/>
            <a:ext cx="5737468" cy="21852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333D42"/>
                </a:solidFill>
                <a:effectLst/>
                <a:latin typeface="-apple-system"/>
              </a:rPr>
              <a:t>For example, if we look at the North West &amp; Central region standard dwell times at stations:</a:t>
            </a:r>
            <a:endParaRPr kumimoji="0" lang="en-US" altLang="en-US"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a:ln>
                  <a:noFill/>
                </a:ln>
                <a:solidFill>
                  <a:srgbClr val="333D42"/>
                </a:solidFill>
                <a:effectLst/>
                <a:latin typeface="-apple-system"/>
              </a:rPr>
              <a:t>Standard: 30 seconds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a:ln>
                  <a:noFill/>
                </a:ln>
                <a:solidFill>
                  <a:srgbClr val="333D42"/>
                </a:solidFill>
                <a:effectLst/>
                <a:latin typeface="-apple-system"/>
              </a:rPr>
              <a:t>Class 170 &amp; 185s: 45 seconds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a:ln>
                  <a:noFill/>
                </a:ln>
                <a:solidFill>
                  <a:srgbClr val="333D42"/>
                </a:solidFill>
                <a:effectLst/>
                <a:latin typeface="-apple-system"/>
              </a:rPr>
              <a:t>Class 22x: 1 minute 30 seconds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a:ln>
                  <a:noFill/>
                </a:ln>
                <a:solidFill>
                  <a:srgbClr val="333D42"/>
                </a:solidFill>
                <a:effectLst/>
                <a:latin typeface="-apple-system"/>
              </a:rPr>
              <a:t>Class 350: 45 seconds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a:ln>
                  <a:noFill/>
                </a:ln>
                <a:solidFill>
                  <a:srgbClr val="333D42"/>
                </a:solidFill>
                <a:effectLst/>
                <a:latin typeface="-apple-system"/>
              </a:rPr>
              <a:t>Class 80x: 2 minutes (AWC) or 1 minute 30 seconds (TPE)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a:ln>
                  <a:noFill/>
                </a:ln>
                <a:solidFill>
                  <a:srgbClr val="333D42"/>
                </a:solidFill>
                <a:effectLst/>
                <a:latin typeface="-apple-system"/>
              </a:rPr>
              <a:t>Loco Hauled: 1 minute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a:ln>
                  <a:noFill/>
                </a:ln>
                <a:solidFill>
                  <a:srgbClr val="333D42"/>
                </a:solidFill>
                <a:effectLst/>
                <a:latin typeface="-apple-system"/>
              </a:rPr>
              <a:t>HST: 1 minute and 30 seconds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333D42"/>
                </a:solidFill>
                <a:effectLst/>
                <a:latin typeface="-apple-system"/>
              </a:rPr>
              <a:t>You also have standard information on platform reoccupation - 3 minutes same direction for example.</a:t>
            </a:r>
          </a:p>
          <a:p>
            <a:pPr marL="0" lvl="0" indent="0">
              <a:lnSpc>
                <a:spcPct val="100000"/>
              </a:lnSpc>
              <a:buNone/>
            </a:pPr>
            <a:r>
              <a:rPr lang="en-US" altLang="en-US" sz="1000" dirty="0"/>
              <a:t>https://</a:t>
            </a:r>
            <a:r>
              <a:rPr lang="en-US" altLang="en-US" sz="1000" dirty="0" err="1"/>
              <a:t>www.networkrail.co.uk</a:t>
            </a:r>
            <a:r>
              <a:rPr lang="en-US" altLang="en-US" sz="1000" dirty="0"/>
              <a:t>/industry-and-commercial/information-for-operators/operational-rules/</a:t>
            </a:r>
            <a:endParaRPr kumimoji="0" lang="en-US" altLang="en-US"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dirty="0">
                <a:ln>
                  <a:noFill/>
                </a:ln>
                <a:solidFill>
                  <a:schemeClr val="tx1"/>
                </a:solidFill>
                <a:effectLst/>
                <a:latin typeface="Arial" panose="020B0604020202020204" pitchFamily="34" charset="0"/>
              </a:rPr>
            </a:b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2">
            <a:extLst>
              <a:ext uri="{FF2B5EF4-FFF2-40B4-BE49-F238E27FC236}">
                <a16:creationId xmlns:a16="http://schemas.microsoft.com/office/drawing/2014/main" id="{0AB17ECA-B0B5-2304-DB79-2800D9947046}"/>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333D42"/>
                </a:solidFill>
                <a:effectLst/>
                <a:latin typeface="-apple-system"/>
              </a:rPr>
              <a:t>The Thameslink core is timetabled for a maximum of 24tph, a train every 2.5 minutes. Each train is expected to stand for 60 seconds, with 47 seconds of doors open and 13 total of opening and closing doors. That route runs on ATO (Automatic Train Operation) where the driver only closes the doors.</a:t>
            </a:r>
            <a:endParaRPr kumimoji="0" lang="en-US" altLang="en-US" sz="10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333D42"/>
                </a:solidFill>
                <a:effectLst/>
                <a:latin typeface="-apple-system"/>
              </a:rPr>
              <a:t>Intercity trains will usually be timetabled for a minimum of 2 minutes at each station, and usually 3+ at major stations.</a:t>
            </a:r>
            <a:endParaRPr kumimoji="0" lang="en-US" altLang="en-US" sz="10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333D42"/>
                </a:solidFill>
                <a:effectLst/>
                <a:latin typeface="-apple-system"/>
              </a:rPr>
              <a:t>Despite Thameslink trains taking more people, it’s a lot easier to get on/off Thameslink trains than, say, IETs or HSTs - due to the differences in standing capacity, door location and luggage storage.</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 name="TextBox 6">
            <a:extLst>
              <a:ext uri="{FF2B5EF4-FFF2-40B4-BE49-F238E27FC236}">
                <a16:creationId xmlns:a16="http://schemas.microsoft.com/office/drawing/2014/main" id="{81B7BFB4-1A8A-9A1B-DA27-E605BAD466CC}"/>
              </a:ext>
            </a:extLst>
          </p:cNvPr>
          <p:cNvSpPr txBox="1"/>
          <p:nvPr/>
        </p:nvSpPr>
        <p:spPr>
          <a:xfrm>
            <a:off x="7905509" y="2118167"/>
            <a:ext cx="11359776" cy="369332"/>
          </a:xfrm>
          <a:prstGeom prst="rect">
            <a:avLst/>
          </a:prstGeom>
          <a:noFill/>
        </p:spPr>
        <p:txBody>
          <a:bodyPr wrap="none" rtlCol="0">
            <a:spAutoFit/>
          </a:bodyPr>
          <a:lstStyle/>
          <a:p>
            <a:r>
              <a:rPr lang="en-GB" b="1" dirty="0"/>
              <a:t>0.90 passengers per second per door</a:t>
            </a:r>
            <a:r>
              <a:rPr lang="en-GB" dirty="0"/>
              <a:t>, with median values often around </a:t>
            </a:r>
            <a:r>
              <a:rPr lang="en-GB" b="1" dirty="0"/>
              <a:t>0.82 passengers per second per door</a:t>
            </a:r>
            <a:r>
              <a:rPr lang="en-GB" dirty="0"/>
              <a:t>. </a:t>
            </a:r>
          </a:p>
        </p:txBody>
      </p:sp>
      <p:sp>
        <p:nvSpPr>
          <p:cNvPr id="8" name="TextBox 7">
            <a:extLst>
              <a:ext uri="{FF2B5EF4-FFF2-40B4-BE49-F238E27FC236}">
                <a16:creationId xmlns:a16="http://schemas.microsoft.com/office/drawing/2014/main" id="{A431EC14-BEA7-8A58-D346-DBA7C8CDC3C8}"/>
              </a:ext>
            </a:extLst>
          </p:cNvPr>
          <p:cNvSpPr txBox="1"/>
          <p:nvPr/>
        </p:nvSpPr>
        <p:spPr>
          <a:xfrm>
            <a:off x="5231757" y="5015547"/>
            <a:ext cx="6960243" cy="2031325"/>
          </a:xfrm>
          <a:prstGeom prst="rect">
            <a:avLst/>
          </a:prstGeom>
          <a:noFill/>
        </p:spPr>
        <p:txBody>
          <a:bodyPr wrap="square" rtlCol="0">
            <a:spAutoFit/>
          </a:bodyPr>
          <a:lstStyle/>
          <a:p>
            <a:r>
              <a:rPr lang="en-GB" dirty="0"/>
              <a:t>Lidar can </a:t>
            </a:r>
            <a:r>
              <a:rPr lang="en-GB" dirty="0" err="1"/>
              <a:t>idneify</a:t>
            </a:r>
            <a:r>
              <a:rPr lang="en-GB" dirty="0"/>
              <a:t> other passenger types such as wheelchair users or people with</a:t>
            </a:r>
            <a:br>
              <a:rPr lang="en-GB" dirty="0"/>
            </a:br>
            <a:r>
              <a:rPr lang="en-GB" dirty="0"/>
              <a:t>bicycles to adjust boarding rate: </a:t>
            </a:r>
            <a:br>
              <a:rPr lang="en-GB" dirty="0"/>
            </a:br>
            <a:r>
              <a:rPr lang="en-GB" dirty="0"/>
              <a:t>if there’s a big </a:t>
            </a:r>
            <a:r>
              <a:rPr lang="en-GB" dirty="0" err="1"/>
              <a:t>cyclying</a:t>
            </a:r>
            <a:r>
              <a:rPr lang="en-GB" dirty="0"/>
              <a:t> event boarding rate can be adjusted and dwell time updated on database for the context of the event that happened on that day. </a:t>
            </a:r>
            <a:br>
              <a:rPr lang="en-GB" dirty="0"/>
            </a:br>
            <a:endParaRPr lang="en-GB" dirty="0"/>
          </a:p>
        </p:txBody>
      </p:sp>
      <p:sp>
        <p:nvSpPr>
          <p:cNvPr id="9" name="TextBox 8">
            <a:extLst>
              <a:ext uri="{FF2B5EF4-FFF2-40B4-BE49-F238E27FC236}">
                <a16:creationId xmlns:a16="http://schemas.microsoft.com/office/drawing/2014/main" id="{E9474025-7501-D002-2F40-74524A141E40}"/>
              </a:ext>
            </a:extLst>
          </p:cNvPr>
          <p:cNvSpPr txBox="1"/>
          <p:nvPr/>
        </p:nvSpPr>
        <p:spPr>
          <a:xfrm>
            <a:off x="9560689" y="3715473"/>
            <a:ext cx="8600881" cy="646331"/>
          </a:xfrm>
          <a:prstGeom prst="rect">
            <a:avLst/>
          </a:prstGeom>
          <a:noFill/>
        </p:spPr>
        <p:txBody>
          <a:bodyPr wrap="none" rtlCol="0">
            <a:spAutoFit/>
          </a:bodyPr>
          <a:lstStyle/>
          <a:p>
            <a:r>
              <a:rPr lang="en-GB" dirty="0"/>
              <a:t>Different nudge techniques </a:t>
            </a:r>
            <a:r>
              <a:rPr lang="en-GB" dirty="0" err="1"/>
              <a:t>ssuch</a:t>
            </a:r>
            <a:r>
              <a:rPr lang="en-GB" dirty="0"/>
              <a:t> as mobile phones or </a:t>
            </a:r>
            <a:r>
              <a:rPr lang="en-GB" dirty="0" err="1"/>
              <a:t>itneltigent</a:t>
            </a:r>
            <a:r>
              <a:rPr lang="en-GB" dirty="0"/>
              <a:t> lighting on platform</a:t>
            </a:r>
          </a:p>
          <a:p>
            <a:r>
              <a:rPr lang="en-GB" dirty="0"/>
              <a:t>Or dynamic LED </a:t>
            </a:r>
            <a:r>
              <a:rPr lang="en-GB" dirty="0" err="1"/>
              <a:t>screesn</a:t>
            </a:r>
            <a:endParaRPr lang="en-GB" dirty="0"/>
          </a:p>
        </p:txBody>
      </p:sp>
    </p:spTree>
    <p:extLst>
      <p:ext uri="{BB962C8B-B14F-4D97-AF65-F5344CB8AC3E}">
        <p14:creationId xmlns:p14="http://schemas.microsoft.com/office/powerpoint/2010/main" val="28663564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C0E1D2B-0BA2-020A-AAA7-8CF8AC3B8875}"/>
              </a:ext>
            </a:extLst>
          </p:cNvPr>
          <p:cNvPicPr>
            <a:picLocks noChangeAspect="1"/>
          </p:cNvPicPr>
          <p:nvPr/>
        </p:nvPicPr>
        <p:blipFill>
          <a:blip r:embed="rId2"/>
          <a:stretch>
            <a:fillRect/>
          </a:stretch>
        </p:blipFill>
        <p:spPr>
          <a:xfrm>
            <a:off x="752354" y="1946658"/>
            <a:ext cx="7772400" cy="3247696"/>
          </a:xfrm>
          <a:prstGeom prst="rect">
            <a:avLst/>
          </a:prstGeom>
        </p:spPr>
      </p:pic>
      <p:sp>
        <p:nvSpPr>
          <p:cNvPr id="6" name="TextBox 5">
            <a:extLst>
              <a:ext uri="{FF2B5EF4-FFF2-40B4-BE49-F238E27FC236}">
                <a16:creationId xmlns:a16="http://schemas.microsoft.com/office/drawing/2014/main" id="{C334525A-FC46-BC9C-D290-61F55D6B78C0}"/>
              </a:ext>
            </a:extLst>
          </p:cNvPr>
          <p:cNvSpPr txBox="1"/>
          <p:nvPr/>
        </p:nvSpPr>
        <p:spPr>
          <a:xfrm>
            <a:off x="2615878" y="831327"/>
            <a:ext cx="4517390" cy="369332"/>
          </a:xfrm>
          <a:prstGeom prst="rect">
            <a:avLst/>
          </a:prstGeom>
          <a:noFill/>
        </p:spPr>
        <p:txBody>
          <a:bodyPr wrap="none" rtlCol="0">
            <a:spAutoFit/>
          </a:bodyPr>
          <a:lstStyle/>
          <a:p>
            <a:r>
              <a:rPr lang="en-GB" dirty="0"/>
              <a:t>INSERT </a:t>
            </a:r>
            <a:r>
              <a:rPr lang="en-GB" dirty="0" err="1"/>
              <a:t>Pedstrian</a:t>
            </a:r>
            <a:r>
              <a:rPr lang="en-GB" dirty="0"/>
              <a:t> ICON HERE SO ITS CLEAR</a:t>
            </a:r>
          </a:p>
        </p:txBody>
      </p:sp>
      <p:sp>
        <p:nvSpPr>
          <p:cNvPr id="7" name="Rectangle 6">
            <a:extLst>
              <a:ext uri="{FF2B5EF4-FFF2-40B4-BE49-F238E27FC236}">
                <a16:creationId xmlns:a16="http://schemas.microsoft.com/office/drawing/2014/main" id="{C81F0F27-DF67-E1D0-31EC-BDB9A994594E}"/>
              </a:ext>
            </a:extLst>
          </p:cNvPr>
          <p:cNvSpPr/>
          <p:nvPr/>
        </p:nvSpPr>
        <p:spPr>
          <a:xfrm>
            <a:off x="3055716" y="2636449"/>
            <a:ext cx="219919" cy="453992"/>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9" name="Straight Arrow Connector 8">
            <a:extLst>
              <a:ext uri="{FF2B5EF4-FFF2-40B4-BE49-F238E27FC236}">
                <a16:creationId xmlns:a16="http://schemas.microsoft.com/office/drawing/2014/main" id="{E9F428EC-9150-EBF2-D0D4-223F11441C6C}"/>
              </a:ext>
            </a:extLst>
          </p:cNvPr>
          <p:cNvCxnSpPr/>
          <p:nvPr/>
        </p:nvCxnSpPr>
        <p:spPr>
          <a:xfrm flipH="1">
            <a:off x="3165675" y="1200659"/>
            <a:ext cx="109960" cy="1345771"/>
          </a:xfrm>
          <a:prstGeom prst="straightConnector1">
            <a:avLst/>
          </a:prstGeom>
          <a:ln>
            <a:solidFill>
              <a:schemeClr val="accent6"/>
            </a:solidFill>
            <a:tailEnd type="triangle"/>
          </a:ln>
        </p:spPr>
        <p:style>
          <a:lnRef idx="2">
            <a:schemeClr val="accent1"/>
          </a:lnRef>
          <a:fillRef idx="0">
            <a:schemeClr val="accent1"/>
          </a:fillRef>
          <a:effectRef idx="1">
            <a:schemeClr val="accent1"/>
          </a:effectRef>
          <a:fontRef idx="minor">
            <a:schemeClr val="tx1"/>
          </a:fontRef>
        </p:style>
      </p:cxnSp>
      <p:cxnSp>
        <p:nvCxnSpPr>
          <p:cNvPr id="10" name="Straight Arrow Connector 9">
            <a:extLst>
              <a:ext uri="{FF2B5EF4-FFF2-40B4-BE49-F238E27FC236}">
                <a16:creationId xmlns:a16="http://schemas.microsoft.com/office/drawing/2014/main" id="{67D99D36-0F08-485F-B62D-C63CE4192EDA}"/>
              </a:ext>
            </a:extLst>
          </p:cNvPr>
          <p:cNvCxnSpPr/>
          <p:nvPr/>
        </p:nvCxnSpPr>
        <p:spPr>
          <a:xfrm flipH="1">
            <a:off x="3871731" y="1536325"/>
            <a:ext cx="109960" cy="1345771"/>
          </a:xfrm>
          <a:prstGeom prst="straightConnector1">
            <a:avLst/>
          </a:prstGeom>
          <a:ln>
            <a:solidFill>
              <a:schemeClr val="accent6"/>
            </a:solidFill>
            <a:tailEnd type="triangle"/>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6AE7E530-E585-53EA-B77E-7061C61D5187}"/>
              </a:ext>
            </a:extLst>
          </p:cNvPr>
          <p:cNvSpPr txBox="1"/>
          <p:nvPr/>
        </p:nvSpPr>
        <p:spPr>
          <a:xfrm>
            <a:off x="2708476" y="5755687"/>
            <a:ext cx="4387163" cy="369332"/>
          </a:xfrm>
          <a:prstGeom prst="rect">
            <a:avLst/>
          </a:prstGeom>
          <a:noFill/>
        </p:spPr>
        <p:txBody>
          <a:bodyPr wrap="none" rtlCol="0">
            <a:spAutoFit/>
          </a:bodyPr>
          <a:lstStyle/>
          <a:p>
            <a:r>
              <a:rPr lang="en-GB" dirty="0"/>
              <a:t>A SMALL YELOW LINE ICON OR RAIL ICON</a:t>
            </a:r>
          </a:p>
        </p:txBody>
      </p:sp>
      <p:cxnSp>
        <p:nvCxnSpPr>
          <p:cNvPr id="12" name="Straight Arrow Connector 11">
            <a:extLst>
              <a:ext uri="{FF2B5EF4-FFF2-40B4-BE49-F238E27FC236}">
                <a16:creationId xmlns:a16="http://schemas.microsoft.com/office/drawing/2014/main" id="{AD56C747-840F-F92C-A92F-0B483F1F8578}"/>
              </a:ext>
            </a:extLst>
          </p:cNvPr>
          <p:cNvCxnSpPr>
            <a:cxnSpLocks/>
          </p:cNvCxnSpPr>
          <p:nvPr/>
        </p:nvCxnSpPr>
        <p:spPr>
          <a:xfrm flipV="1">
            <a:off x="3275635" y="3889662"/>
            <a:ext cx="651076" cy="1715025"/>
          </a:xfrm>
          <a:prstGeom prst="straightConnector1">
            <a:avLst/>
          </a:prstGeom>
          <a:ln>
            <a:solidFill>
              <a:schemeClr val="accent6"/>
            </a:solidFill>
            <a:tailEnd type="triangle"/>
          </a:ln>
        </p:spPr>
        <p:style>
          <a:lnRef idx="2">
            <a:schemeClr val="accent1"/>
          </a:lnRef>
          <a:fillRef idx="0">
            <a:schemeClr val="accent1"/>
          </a:fillRef>
          <a:effectRef idx="1">
            <a:schemeClr val="accent1"/>
          </a:effectRef>
          <a:fontRef idx="minor">
            <a:schemeClr val="tx1"/>
          </a:fontRef>
        </p:style>
      </p:cxnSp>
      <p:grpSp>
        <p:nvGrpSpPr>
          <p:cNvPr id="20" name="Group 19">
            <a:extLst>
              <a:ext uri="{FF2B5EF4-FFF2-40B4-BE49-F238E27FC236}">
                <a16:creationId xmlns:a16="http://schemas.microsoft.com/office/drawing/2014/main" id="{416FC1C0-8E5F-80A8-EE19-BF42BE410EE2}"/>
              </a:ext>
            </a:extLst>
          </p:cNvPr>
          <p:cNvGrpSpPr/>
          <p:nvPr/>
        </p:nvGrpSpPr>
        <p:grpSpPr>
          <a:xfrm>
            <a:off x="2615878" y="3820214"/>
            <a:ext cx="4294208" cy="138896"/>
            <a:chOff x="2615878" y="3854370"/>
            <a:chExt cx="4294208" cy="138896"/>
          </a:xfrm>
        </p:grpSpPr>
        <p:cxnSp>
          <p:nvCxnSpPr>
            <p:cNvPr id="18" name="Straight Connector 17">
              <a:extLst>
                <a:ext uri="{FF2B5EF4-FFF2-40B4-BE49-F238E27FC236}">
                  <a16:creationId xmlns:a16="http://schemas.microsoft.com/office/drawing/2014/main" id="{008354E2-2CA7-BE8A-5F64-0A7D43193972}"/>
                </a:ext>
              </a:extLst>
            </p:cNvPr>
            <p:cNvCxnSpPr/>
            <p:nvPr/>
          </p:nvCxnSpPr>
          <p:spPr>
            <a:xfrm>
              <a:off x="2615878" y="3993266"/>
              <a:ext cx="4294208" cy="0"/>
            </a:xfrm>
            <a:prstGeom prst="line">
              <a:avLst/>
            </a:prstGeom>
            <a:ln w="28575">
              <a:solidFill>
                <a:srgbClr val="FFFF00"/>
              </a:solidFill>
              <a:prstDash val="lgDashDot"/>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AE886C22-EAD5-5DA3-9F6B-4310275EEFF3}"/>
                </a:ext>
              </a:extLst>
            </p:cNvPr>
            <p:cNvCxnSpPr/>
            <p:nvPr/>
          </p:nvCxnSpPr>
          <p:spPr>
            <a:xfrm>
              <a:off x="2615878" y="3854370"/>
              <a:ext cx="4294208" cy="0"/>
            </a:xfrm>
            <a:prstGeom prst="line">
              <a:avLst/>
            </a:prstGeom>
            <a:ln w="28575">
              <a:solidFill>
                <a:srgbClr val="FFFF00"/>
              </a:solidFill>
              <a:prstDash val="lgDashDot"/>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465121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D8D668-7042-7A42-0B4D-80B4CA7C02A0}"/>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6DBD98F9-708D-DC77-DCFD-3FB1EF99F544}"/>
              </a:ext>
            </a:extLst>
          </p:cNvPr>
          <p:cNvSpPr>
            <a:spLocks noGrp="1"/>
          </p:cNvSpPr>
          <p:nvPr>
            <p:ph idx="1"/>
          </p:nvPr>
        </p:nvSpPr>
        <p:spPr/>
        <p:txBody>
          <a:bodyPr/>
          <a:lstStyle/>
          <a:p>
            <a:r>
              <a:rPr lang="en-GB" dirty="0"/>
              <a:t>Need to add google maps app </a:t>
            </a:r>
            <a:r>
              <a:rPr lang="en-GB" dirty="0" err="1"/>
              <a:t>mockups</a:t>
            </a:r>
            <a:r>
              <a:rPr lang="en-GB" dirty="0"/>
              <a:t> and trainline/ </a:t>
            </a:r>
            <a:r>
              <a:rPr lang="en-GB" dirty="0" err="1"/>
              <a:t>greatwestertn</a:t>
            </a:r>
            <a:r>
              <a:rPr lang="en-GB" dirty="0"/>
              <a:t> etc</a:t>
            </a:r>
          </a:p>
          <a:p>
            <a:r>
              <a:rPr lang="en-GB" dirty="0"/>
              <a:t>Need to add landing page with link to pdf of write up then link to </a:t>
            </a:r>
            <a:r>
              <a:rPr lang="en-GB" dirty="0" err="1"/>
              <a:t>dahsbord</a:t>
            </a:r>
            <a:r>
              <a:rPr lang="en-GB" dirty="0"/>
              <a:t>. </a:t>
            </a:r>
          </a:p>
          <a:p>
            <a:r>
              <a:rPr lang="en-GB" dirty="0"/>
              <a:t>Need to make video of Lidar at BTM with </a:t>
            </a:r>
            <a:r>
              <a:rPr lang="en-GB" dirty="0" err="1"/>
              <a:t>midjoruney</a:t>
            </a:r>
            <a:endParaRPr lang="en-GB" dirty="0"/>
          </a:p>
        </p:txBody>
      </p:sp>
    </p:spTree>
    <p:extLst>
      <p:ext uri="{BB962C8B-B14F-4D97-AF65-F5344CB8AC3E}">
        <p14:creationId xmlns:p14="http://schemas.microsoft.com/office/powerpoint/2010/main" val="34763497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C09EDE-FBF5-2BBB-0C72-8E5666DD92F0}"/>
              </a:ext>
            </a:extLst>
          </p:cNvPr>
          <p:cNvSpPr>
            <a:spLocks noGrp="1"/>
          </p:cNvSpPr>
          <p:nvPr>
            <p:ph type="title"/>
          </p:nvPr>
        </p:nvSpPr>
        <p:spPr/>
        <p:txBody>
          <a:bodyPr/>
          <a:lstStyle/>
          <a:p>
            <a:r>
              <a:rPr lang="en-GB" dirty="0"/>
              <a:t>Notes</a:t>
            </a:r>
          </a:p>
        </p:txBody>
      </p:sp>
      <p:sp>
        <p:nvSpPr>
          <p:cNvPr id="3" name="Content Placeholder 2">
            <a:extLst>
              <a:ext uri="{FF2B5EF4-FFF2-40B4-BE49-F238E27FC236}">
                <a16:creationId xmlns:a16="http://schemas.microsoft.com/office/drawing/2014/main" id="{A1A87C3C-0EDC-7D0E-B069-14C025BB7686}"/>
              </a:ext>
            </a:extLst>
          </p:cNvPr>
          <p:cNvSpPr>
            <a:spLocks noGrp="1"/>
          </p:cNvSpPr>
          <p:nvPr>
            <p:ph idx="1"/>
          </p:nvPr>
        </p:nvSpPr>
        <p:spPr/>
        <p:txBody>
          <a:bodyPr>
            <a:normAutofit/>
          </a:bodyPr>
          <a:lstStyle/>
          <a:p>
            <a:r>
              <a:rPr lang="en-GB" sz="1800" dirty="0"/>
              <a:t>On </a:t>
            </a:r>
            <a:r>
              <a:rPr lang="en-GB" sz="1800" dirty="0" err="1"/>
              <a:t>platfrom</a:t>
            </a:r>
            <a:r>
              <a:rPr lang="en-GB" sz="1800" dirty="0"/>
              <a:t> info screens it should say nothing opposed to “</a:t>
            </a:r>
            <a:r>
              <a:rPr lang="en-GB" sz="1800" dirty="0" err="1"/>
              <a:t>analyzing</a:t>
            </a:r>
            <a:r>
              <a:rPr lang="en-GB" sz="1800" dirty="0"/>
              <a:t> platform </a:t>
            </a:r>
            <a:r>
              <a:rPr lang="en-GB" sz="1800" dirty="0" err="1"/>
              <a:t>conditions,Please</a:t>
            </a:r>
            <a:r>
              <a:rPr lang="en-GB" sz="1800" dirty="0"/>
              <a:t> wait for boarding guidance”</a:t>
            </a:r>
          </a:p>
          <a:p>
            <a:r>
              <a:rPr lang="en-GB" sz="1800" dirty="0"/>
              <a:t>Move the system </a:t>
            </a:r>
            <a:r>
              <a:rPr lang="en-GB" sz="1800" dirty="0" err="1"/>
              <a:t>acvitiy</a:t>
            </a:r>
            <a:r>
              <a:rPr lang="en-GB" sz="1800" dirty="0"/>
              <a:t> log up to below the current info </a:t>
            </a:r>
            <a:r>
              <a:rPr lang="en-GB" sz="1800" dirty="0" err="1"/>
              <a:t>scrren</a:t>
            </a:r>
            <a:r>
              <a:rPr lang="en-GB" sz="1800" dirty="0"/>
              <a:t> area</a:t>
            </a:r>
          </a:p>
          <a:p>
            <a:r>
              <a:rPr lang="en-GB" sz="1800" dirty="0"/>
              <a:t>In the </a:t>
            </a:r>
            <a:r>
              <a:rPr lang="en-GB" sz="1800" dirty="0" err="1"/>
              <a:t>refrence</a:t>
            </a:r>
            <a:r>
              <a:rPr lang="en-GB" sz="1800" dirty="0"/>
              <a:t>/ ai context </a:t>
            </a:r>
            <a:r>
              <a:rPr lang="en-GB" sz="1800" dirty="0" err="1"/>
              <a:t>anlysis</a:t>
            </a:r>
            <a:r>
              <a:rPr lang="en-GB" sz="1800" dirty="0"/>
              <a:t>, it should show that its scraped the web for detail- </a:t>
            </a:r>
            <a:r>
              <a:rPr lang="en-GB" sz="1800" dirty="0" err="1"/>
              <a:t>ie</a:t>
            </a:r>
            <a:r>
              <a:rPr lang="en-GB" sz="1800" dirty="0"/>
              <a:t> for concerts </a:t>
            </a:r>
            <a:r>
              <a:rPr lang="en-GB" sz="1800" dirty="0" err="1"/>
              <a:t>ssay</a:t>
            </a:r>
            <a:r>
              <a:rPr lang="en-GB" sz="1800" dirty="0"/>
              <a:t> </a:t>
            </a:r>
            <a:r>
              <a:rPr lang="en-GB" sz="1800" dirty="0" err="1"/>
              <a:t>taylor</a:t>
            </a:r>
            <a:r>
              <a:rPr lang="en-GB" sz="1800" dirty="0"/>
              <a:t> swift concert on this day at nearby station etc. it can have some scenarios where things are combined </a:t>
            </a:r>
            <a:r>
              <a:rPr lang="en-GB" sz="1800" dirty="0" err="1"/>
              <a:t>ie</a:t>
            </a:r>
            <a:r>
              <a:rPr lang="en-GB" sz="1800" dirty="0"/>
              <a:t> football matches and a concert or events etc. </a:t>
            </a:r>
          </a:p>
          <a:p>
            <a:r>
              <a:rPr lang="en-GB" sz="1800" dirty="0"/>
              <a:t>Need scenarios where there are more than 3 cars as well </a:t>
            </a:r>
          </a:p>
        </p:txBody>
      </p:sp>
    </p:spTree>
    <p:extLst>
      <p:ext uri="{BB962C8B-B14F-4D97-AF65-F5344CB8AC3E}">
        <p14:creationId xmlns:p14="http://schemas.microsoft.com/office/powerpoint/2010/main" val="13594488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A6B89F6E-AF22-0C76-234A-E2A5C0C801BF}"/>
              </a:ext>
            </a:extLst>
          </p:cNvPr>
          <p:cNvPicPr>
            <a:picLocks noGrp="1" noChangeAspect="1"/>
          </p:cNvPicPr>
          <p:nvPr>
            <p:ph idx="1"/>
          </p:nvPr>
        </p:nvPicPr>
        <p:blipFill>
          <a:blip r:embed="rId2"/>
          <a:stretch>
            <a:fillRect/>
          </a:stretch>
        </p:blipFill>
        <p:spPr>
          <a:xfrm>
            <a:off x="0" y="243069"/>
            <a:ext cx="12430270" cy="5656102"/>
          </a:xfrm>
        </p:spPr>
      </p:pic>
      <p:sp>
        <p:nvSpPr>
          <p:cNvPr id="6" name="Rectangle 5">
            <a:extLst>
              <a:ext uri="{FF2B5EF4-FFF2-40B4-BE49-F238E27FC236}">
                <a16:creationId xmlns:a16="http://schemas.microsoft.com/office/drawing/2014/main" id="{8C16D76F-E9E5-AC12-FCCB-3D74BBF8D16F}"/>
              </a:ext>
            </a:extLst>
          </p:cNvPr>
          <p:cNvSpPr/>
          <p:nvPr/>
        </p:nvSpPr>
        <p:spPr>
          <a:xfrm>
            <a:off x="8299049" y="2303363"/>
            <a:ext cx="4131221" cy="1597306"/>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7">
            <a:extLst>
              <a:ext uri="{FF2B5EF4-FFF2-40B4-BE49-F238E27FC236}">
                <a16:creationId xmlns:a16="http://schemas.microsoft.com/office/drawing/2014/main" id="{92892FEF-193C-71E3-6DD2-0A0BDACB1D1B}"/>
              </a:ext>
            </a:extLst>
          </p:cNvPr>
          <p:cNvSpPr/>
          <p:nvPr/>
        </p:nvSpPr>
        <p:spPr>
          <a:xfrm>
            <a:off x="347243" y="2812648"/>
            <a:ext cx="4131221" cy="1736203"/>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ectangle 8">
            <a:extLst>
              <a:ext uri="{FF2B5EF4-FFF2-40B4-BE49-F238E27FC236}">
                <a16:creationId xmlns:a16="http://schemas.microsoft.com/office/drawing/2014/main" id="{AF995BB0-9DDF-17EF-627A-738110775A08}"/>
              </a:ext>
            </a:extLst>
          </p:cNvPr>
          <p:cNvSpPr/>
          <p:nvPr/>
        </p:nvSpPr>
        <p:spPr>
          <a:xfrm>
            <a:off x="8275900" y="3900669"/>
            <a:ext cx="4131221" cy="1284790"/>
          </a:xfrm>
          <a:prstGeom prst="rect">
            <a:avLst/>
          </a:prstGeom>
          <a:noFill/>
          <a:ln w="381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Rectangle 9">
            <a:extLst>
              <a:ext uri="{FF2B5EF4-FFF2-40B4-BE49-F238E27FC236}">
                <a16:creationId xmlns:a16="http://schemas.microsoft.com/office/drawing/2014/main" id="{BCB38AA1-A17B-6ADC-E18E-B81B046A5F72}"/>
              </a:ext>
            </a:extLst>
          </p:cNvPr>
          <p:cNvSpPr/>
          <p:nvPr/>
        </p:nvSpPr>
        <p:spPr>
          <a:xfrm>
            <a:off x="4595150" y="2812648"/>
            <a:ext cx="4131221" cy="1284790"/>
          </a:xfrm>
          <a:prstGeom prst="rect">
            <a:avLst/>
          </a:prstGeom>
          <a:noFill/>
          <a:ln w="381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a:extLst>
              <a:ext uri="{FF2B5EF4-FFF2-40B4-BE49-F238E27FC236}">
                <a16:creationId xmlns:a16="http://schemas.microsoft.com/office/drawing/2014/main" id="{16DB9E7F-27AF-AA8C-BE38-0CD2F1D1E0A7}"/>
              </a:ext>
            </a:extLst>
          </p:cNvPr>
          <p:cNvSpPr/>
          <p:nvPr/>
        </p:nvSpPr>
        <p:spPr>
          <a:xfrm>
            <a:off x="104176" y="5185459"/>
            <a:ext cx="3402954" cy="694481"/>
          </a:xfrm>
          <a:prstGeom prst="rect">
            <a:avLst/>
          </a:prstGeom>
          <a:noFill/>
          <a:ln w="3810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Rectangle 11">
            <a:extLst>
              <a:ext uri="{FF2B5EF4-FFF2-40B4-BE49-F238E27FC236}">
                <a16:creationId xmlns:a16="http://schemas.microsoft.com/office/drawing/2014/main" id="{F4AFCCD3-52F4-10D2-1B56-21BB51932EAC}"/>
              </a:ext>
            </a:extLst>
          </p:cNvPr>
          <p:cNvSpPr/>
          <p:nvPr/>
        </p:nvSpPr>
        <p:spPr>
          <a:xfrm>
            <a:off x="2627457" y="4583575"/>
            <a:ext cx="3402954" cy="694481"/>
          </a:xfrm>
          <a:prstGeom prst="rect">
            <a:avLst/>
          </a:prstGeom>
          <a:noFill/>
          <a:ln w="3810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3884315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4">
            <a:extLst>
              <a:ext uri="{FF2B5EF4-FFF2-40B4-BE49-F238E27FC236}">
                <a16:creationId xmlns:a16="http://schemas.microsoft.com/office/drawing/2014/main" id="{0A3821BB-58FF-5171-ABB8-180803EAE6BE}"/>
              </a:ext>
            </a:extLst>
          </p:cNvPr>
          <p:cNvPicPr>
            <a:picLocks noGrp="1" noChangeAspect="1"/>
          </p:cNvPicPr>
          <p:nvPr>
            <p:ph idx="1"/>
          </p:nvPr>
        </p:nvPicPr>
        <p:blipFill>
          <a:blip r:embed="rId2"/>
          <a:stretch>
            <a:fillRect/>
          </a:stretch>
        </p:blipFill>
        <p:spPr>
          <a:xfrm>
            <a:off x="0" y="243069"/>
            <a:ext cx="12430270" cy="5656102"/>
          </a:xfrm>
        </p:spPr>
      </p:pic>
    </p:spTree>
    <p:extLst>
      <p:ext uri="{BB962C8B-B14F-4D97-AF65-F5344CB8AC3E}">
        <p14:creationId xmlns:p14="http://schemas.microsoft.com/office/powerpoint/2010/main" val="163003742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8345</TotalTime>
  <Words>469</Words>
  <Application>Microsoft Macintosh PowerPoint</Application>
  <PresentationFormat>Widescreen</PresentationFormat>
  <Paragraphs>29</Paragraphs>
  <Slides>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-apple-system</vt:lpstr>
      <vt:lpstr>Aptos</vt:lpstr>
      <vt:lpstr>Aptos Display</vt:lpstr>
      <vt:lpstr>Arial</vt:lpstr>
      <vt:lpstr>Office Theme</vt:lpstr>
      <vt:lpstr>PowerPoint Presentation</vt:lpstr>
      <vt:lpstr>Info for header page</vt:lpstr>
      <vt:lpstr>PowerPoint Presentation</vt:lpstr>
      <vt:lpstr>PowerPoint Presentation</vt:lpstr>
      <vt:lpstr>Notes</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Toni Esan</dc:creator>
  <cp:lastModifiedBy>Toni Esan</cp:lastModifiedBy>
  <cp:revision>3</cp:revision>
  <dcterms:created xsi:type="dcterms:W3CDTF">2025-09-28T20:15:24Z</dcterms:created>
  <dcterms:modified xsi:type="dcterms:W3CDTF">2025-11-05T10:28:35Z</dcterms:modified>
</cp:coreProperties>
</file>