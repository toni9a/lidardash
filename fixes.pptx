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40"/>
  </p:normalViewPr>
  <p:slideViewPr>
    <p:cSldViewPr snapToGrid="0">
      <p:cViewPr varScale="1">
        <p:scale>
          <a:sx n="111" d="100"/>
          <a:sy n="111" d="100"/>
        </p:scale>
        <p:origin x="8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4B28D-2AF0-3F34-8394-5E3FD894A4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670E2-E1DC-1CEB-70AE-6459244824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6739D-707E-97D3-D629-D8C7DC1B5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0A45BA-F6D0-88A6-15B9-B7DDE8185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8D86D9-8CFF-2CF7-4387-562B5DA92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8951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A629D-439B-8F64-1E23-BFA470AB7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1C1CB-5D74-6C90-B033-DC62B49AE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40DC62-9DC5-2707-8D44-917DDF10E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58151-1808-595D-F2F4-1B293F4A5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C79C2-D655-9B14-CBE2-430DF36C3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456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867C8-29B0-F110-145C-77C18D84C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8F358A-57C0-E667-2FDC-8B0CF181A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E08CC7-F7D3-07B0-7070-486546FFD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D70025-E525-0484-B85C-3A6E374D2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0BF63-8C22-220A-2662-0492292A3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140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C943A-15AE-647F-E3F9-4338CCA84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84F0D-9FA5-7D26-21B4-F286F2AF7A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86FF98-4CD8-7962-D9BE-EB6891543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B9882-AF05-D049-A682-0B812BA8A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6C95F9-A757-FB43-5CF8-955CD71E3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A84ACB-9275-1A52-E3FD-8D599E602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0847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DC0A3-D3E7-E6EB-8135-F90662880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1D8188-F2B3-DC6B-88CE-822A45ACD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8BD3CC-80BF-664F-D3CD-EF55DBBDCC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1C84AC-029D-1A5A-C338-2512BD86F0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6A9B51-C5F9-0EAF-A10A-CF06729161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E7627B-9FC3-AFEC-EC7A-92F941191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6DEC62-AFE4-0453-A96B-B706568BF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6A94BF-2724-981F-9CDE-DA8E17B06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614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D203C-1FEF-9146-C021-0645D6465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EEFE9-D1E3-84E2-E090-FA080B6C4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3E36DE-CD1C-57D1-AED2-4ACF6E9B3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351B9-CDE6-DAA5-749F-465D981F2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227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E3F0B5-65DF-CA80-403B-4E1069C86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66993F-5BE1-3986-D27B-C1A0A8212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E228DC-A6A1-39B4-BB56-45E60C3A2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547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922D7-E032-E5E1-1DFC-2F1A703C1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DB005-1B55-FBED-E0C4-7862DB0CB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F997A0-E586-3221-EE8F-074B521B5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EB9E50-5149-3B57-9F8A-0E2452756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0F6FFF-F48C-C73F-B97C-EE89BC7E1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7149F-0B60-F857-0791-CD60FCB5B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678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93981-C498-A5FA-6713-3B6F426A5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EB90D0-C213-87B7-B236-ABA4EC4DF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53DDB7-455A-CBFB-0DFD-A078AF87B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B94D0D-ACE8-5A97-B01B-B4AF8265C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637DA0-5085-1C72-DAE9-2931FDC96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0974C-3655-47B4-B0AD-670DF2EB9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0246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979A5-A75A-68F7-F625-E2E568D2B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1F5029-B3BD-9B12-CC4F-80FFC03CB9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9FCAB-325B-DB7D-A8A1-35C8BA8E8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2BE5-84E1-A5A3-3FF2-04E28F6C4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E4771-7A97-2BE9-52E0-60C4F69FB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01669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9B4513-72AA-AABD-02A9-751E75DFF6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77DA9-C4F9-9472-90BD-1333988C9C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5FF712-9150-F222-DD61-21BECBB92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7AE96D-907E-60BA-D67C-A6701F71B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2D1B3-E848-A77D-634A-3201FE591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457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DA6234-9A70-F18F-583B-3ACD2FAAC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9833A9-1C30-E537-41FA-AD21C844A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18160-1033-389A-6D54-9E7D05D6B9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8F14BE-FF8A-CE45-BC5E-071F9DD5EAAE}" type="datetimeFigureOut">
              <a:rPr lang="en-GB" smtClean="0"/>
              <a:t>28/09/2025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C398C3-19C6-0D06-AC2C-50598097B2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A1524-5D83-D9B8-4DAB-34DC1BC5CD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FD487B-3387-764A-AC5C-22C853C56F4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988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91C2A-BB3E-43CC-BFFA-3D77C7BFFF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CCDE9B-BC41-C956-FC9A-09FBDCE749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952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0E1D2B-0BA2-020A-AAA7-8CF8AC3B88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54" y="1946658"/>
            <a:ext cx="7772400" cy="32476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34525A-FC46-BC9C-D290-61F55D6B78C0}"/>
              </a:ext>
            </a:extLst>
          </p:cNvPr>
          <p:cNvSpPr txBox="1"/>
          <p:nvPr/>
        </p:nvSpPr>
        <p:spPr>
          <a:xfrm>
            <a:off x="2615878" y="831327"/>
            <a:ext cx="4808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INSERT PEDESTRIAL ICON HERE SO ITS CLEAR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1F0F27-DF67-E1D0-31EC-BDB9A994594E}"/>
              </a:ext>
            </a:extLst>
          </p:cNvPr>
          <p:cNvSpPr/>
          <p:nvPr/>
        </p:nvSpPr>
        <p:spPr>
          <a:xfrm>
            <a:off x="3055716" y="2636449"/>
            <a:ext cx="219919" cy="45399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F428EC-9150-EBF2-D0D4-223F11441C6C}"/>
              </a:ext>
            </a:extLst>
          </p:cNvPr>
          <p:cNvCxnSpPr/>
          <p:nvPr/>
        </p:nvCxnSpPr>
        <p:spPr>
          <a:xfrm flipH="1">
            <a:off x="3165675" y="1200659"/>
            <a:ext cx="109960" cy="1345771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7D99D36-0F08-485F-B62D-C63CE4192EDA}"/>
              </a:ext>
            </a:extLst>
          </p:cNvPr>
          <p:cNvCxnSpPr/>
          <p:nvPr/>
        </p:nvCxnSpPr>
        <p:spPr>
          <a:xfrm flipH="1">
            <a:off x="3871731" y="1536325"/>
            <a:ext cx="109960" cy="1345771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AE7E530-E585-53EA-B77E-7061C61D5187}"/>
              </a:ext>
            </a:extLst>
          </p:cNvPr>
          <p:cNvSpPr txBox="1"/>
          <p:nvPr/>
        </p:nvSpPr>
        <p:spPr>
          <a:xfrm>
            <a:off x="2708476" y="5755687"/>
            <a:ext cx="438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 SMALL YELOW LINE ICON OR RAIL ICON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56C747-840F-F92C-A92F-0B483F1F8578}"/>
              </a:ext>
            </a:extLst>
          </p:cNvPr>
          <p:cNvCxnSpPr>
            <a:cxnSpLocks/>
          </p:cNvCxnSpPr>
          <p:nvPr/>
        </p:nvCxnSpPr>
        <p:spPr>
          <a:xfrm flipV="1">
            <a:off x="3275635" y="3889662"/>
            <a:ext cx="651076" cy="171502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16FC1C0-8E5F-80A8-EE19-BF42BE410EE2}"/>
              </a:ext>
            </a:extLst>
          </p:cNvPr>
          <p:cNvGrpSpPr/>
          <p:nvPr/>
        </p:nvGrpSpPr>
        <p:grpSpPr>
          <a:xfrm>
            <a:off x="2615878" y="3820214"/>
            <a:ext cx="4294208" cy="138896"/>
            <a:chOff x="2615878" y="3854370"/>
            <a:chExt cx="4294208" cy="138896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08354E2-2CA7-BE8A-5F64-0A7D43193972}"/>
                </a:ext>
              </a:extLst>
            </p:cNvPr>
            <p:cNvCxnSpPr/>
            <p:nvPr/>
          </p:nvCxnSpPr>
          <p:spPr>
            <a:xfrm>
              <a:off x="2615878" y="3993266"/>
              <a:ext cx="4294208" cy="0"/>
            </a:xfrm>
            <a:prstGeom prst="line">
              <a:avLst/>
            </a:prstGeom>
            <a:ln w="28575">
              <a:solidFill>
                <a:srgbClr val="FFFF00"/>
              </a:solidFill>
              <a:prstDash val="lg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E886C22-EAD5-5DA3-9F6B-4310275EEFF3}"/>
                </a:ext>
              </a:extLst>
            </p:cNvPr>
            <p:cNvCxnSpPr/>
            <p:nvPr/>
          </p:nvCxnSpPr>
          <p:spPr>
            <a:xfrm>
              <a:off x="2615878" y="3854370"/>
              <a:ext cx="4294208" cy="0"/>
            </a:xfrm>
            <a:prstGeom prst="line">
              <a:avLst/>
            </a:prstGeom>
            <a:ln w="28575">
              <a:solidFill>
                <a:srgbClr val="FFFF00"/>
              </a:solidFill>
              <a:prstDash val="lg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12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09EDE-FBF5-2BBB-0C72-8E5666DD9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87C3C-0EDC-7D0E-B069-14C025BB7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1800" dirty="0"/>
              <a:t>On </a:t>
            </a:r>
            <a:r>
              <a:rPr lang="en-GB" sz="1800" dirty="0" err="1"/>
              <a:t>platfrom</a:t>
            </a:r>
            <a:r>
              <a:rPr lang="en-GB" sz="1800" dirty="0"/>
              <a:t> info screens it should say nothing opposed to “</a:t>
            </a:r>
            <a:r>
              <a:rPr lang="en-GB" sz="1800" dirty="0" err="1"/>
              <a:t>analyzing</a:t>
            </a:r>
            <a:r>
              <a:rPr lang="en-GB" sz="1800" dirty="0"/>
              <a:t> platform </a:t>
            </a:r>
            <a:r>
              <a:rPr lang="en-GB" sz="1800" dirty="0" err="1"/>
              <a:t>conditions,Please</a:t>
            </a:r>
            <a:r>
              <a:rPr lang="en-GB" sz="1800" dirty="0"/>
              <a:t> wait for boarding guidance”</a:t>
            </a:r>
          </a:p>
          <a:p>
            <a:r>
              <a:rPr lang="en-GB" sz="1800" dirty="0"/>
              <a:t>Move the system </a:t>
            </a:r>
            <a:r>
              <a:rPr lang="en-GB" sz="1800" dirty="0" err="1"/>
              <a:t>acvitiy</a:t>
            </a:r>
            <a:r>
              <a:rPr lang="en-GB" sz="1800" dirty="0"/>
              <a:t> log up to below the current info </a:t>
            </a:r>
            <a:r>
              <a:rPr lang="en-GB" sz="1800" dirty="0" err="1"/>
              <a:t>scrren</a:t>
            </a:r>
            <a:r>
              <a:rPr lang="en-GB" sz="1800" dirty="0"/>
              <a:t> area</a:t>
            </a:r>
          </a:p>
          <a:p>
            <a:r>
              <a:rPr lang="en-GB" sz="1800" dirty="0"/>
              <a:t>In the </a:t>
            </a:r>
            <a:r>
              <a:rPr lang="en-GB" sz="1800" dirty="0" err="1"/>
              <a:t>refrence</a:t>
            </a:r>
            <a:r>
              <a:rPr lang="en-GB" sz="1800" dirty="0"/>
              <a:t>/ ai context </a:t>
            </a:r>
            <a:r>
              <a:rPr lang="en-GB" sz="1800" dirty="0" err="1"/>
              <a:t>anlysis</a:t>
            </a:r>
            <a:r>
              <a:rPr lang="en-GB" sz="1800" dirty="0"/>
              <a:t>, it should show that its scraped the web for detail- </a:t>
            </a:r>
            <a:r>
              <a:rPr lang="en-GB" sz="1800" dirty="0" err="1"/>
              <a:t>ie</a:t>
            </a:r>
            <a:r>
              <a:rPr lang="en-GB" sz="1800" dirty="0"/>
              <a:t> for concerts </a:t>
            </a:r>
            <a:r>
              <a:rPr lang="en-GB" sz="1800" dirty="0" err="1"/>
              <a:t>ssay</a:t>
            </a:r>
            <a:r>
              <a:rPr lang="en-GB" sz="1800" dirty="0"/>
              <a:t> </a:t>
            </a:r>
            <a:r>
              <a:rPr lang="en-GB" sz="1800" dirty="0" err="1"/>
              <a:t>taylor</a:t>
            </a:r>
            <a:r>
              <a:rPr lang="en-GB" sz="1800" dirty="0"/>
              <a:t> swift concert on this day at nearby station etc. it can have some scenarios where things are combined </a:t>
            </a:r>
            <a:r>
              <a:rPr lang="en-GB" sz="1800" dirty="0" err="1"/>
              <a:t>ie</a:t>
            </a:r>
            <a:r>
              <a:rPr lang="en-GB" sz="1800" dirty="0"/>
              <a:t> football matches and a concert or events etc. </a:t>
            </a:r>
          </a:p>
          <a:p>
            <a:r>
              <a:rPr lang="en-GB" sz="1800" dirty="0"/>
              <a:t>Need scenarios where there are more than 3 cars as well </a:t>
            </a:r>
          </a:p>
        </p:txBody>
      </p:sp>
    </p:spTree>
    <p:extLst>
      <p:ext uri="{BB962C8B-B14F-4D97-AF65-F5344CB8AC3E}">
        <p14:creationId xmlns:p14="http://schemas.microsoft.com/office/powerpoint/2010/main" val="1359448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B89F6E-AF22-0C76-234A-E2A5C0C801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43069"/>
            <a:ext cx="12430270" cy="5656102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C16D76F-E9E5-AC12-FCCB-3D74BBF8D16F}"/>
              </a:ext>
            </a:extLst>
          </p:cNvPr>
          <p:cNvSpPr/>
          <p:nvPr/>
        </p:nvSpPr>
        <p:spPr>
          <a:xfrm>
            <a:off x="8299049" y="2303363"/>
            <a:ext cx="4131221" cy="15973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892FEF-193C-71E3-6DD2-0A0BDACB1D1B}"/>
              </a:ext>
            </a:extLst>
          </p:cNvPr>
          <p:cNvSpPr/>
          <p:nvPr/>
        </p:nvSpPr>
        <p:spPr>
          <a:xfrm>
            <a:off x="347243" y="2812648"/>
            <a:ext cx="4131221" cy="173620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995BB0-9DDF-17EF-627A-738110775A08}"/>
              </a:ext>
            </a:extLst>
          </p:cNvPr>
          <p:cNvSpPr/>
          <p:nvPr/>
        </p:nvSpPr>
        <p:spPr>
          <a:xfrm>
            <a:off x="8275900" y="3900669"/>
            <a:ext cx="4131221" cy="128479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B38AA1-A17B-6ADC-E18E-B81B046A5F72}"/>
              </a:ext>
            </a:extLst>
          </p:cNvPr>
          <p:cNvSpPr/>
          <p:nvPr/>
        </p:nvSpPr>
        <p:spPr>
          <a:xfrm>
            <a:off x="4595150" y="2812648"/>
            <a:ext cx="4131221" cy="128479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DB9E7F-27AF-AA8C-BE38-0CD2F1D1E0A7}"/>
              </a:ext>
            </a:extLst>
          </p:cNvPr>
          <p:cNvSpPr/>
          <p:nvPr/>
        </p:nvSpPr>
        <p:spPr>
          <a:xfrm>
            <a:off x="104176" y="5185459"/>
            <a:ext cx="3402954" cy="694481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AFCCD3-52F4-10D2-1B56-21BB51932EAC}"/>
              </a:ext>
            </a:extLst>
          </p:cNvPr>
          <p:cNvSpPr/>
          <p:nvPr/>
        </p:nvSpPr>
        <p:spPr>
          <a:xfrm>
            <a:off x="2627457" y="4583575"/>
            <a:ext cx="3402954" cy="694481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431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A3821BB-58FF-5171-ABB8-180803EAE6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43069"/>
            <a:ext cx="12430270" cy="5656102"/>
          </a:xfrm>
        </p:spPr>
      </p:pic>
    </p:spTree>
    <p:extLst>
      <p:ext uri="{BB962C8B-B14F-4D97-AF65-F5344CB8AC3E}">
        <p14:creationId xmlns:p14="http://schemas.microsoft.com/office/powerpoint/2010/main" val="16300374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113</Words>
  <Application>Microsoft Macintosh PowerPoint</Application>
  <PresentationFormat>Widescreen</PresentationFormat>
  <Paragraphs>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Notes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Toni Esan</dc:creator>
  <cp:lastModifiedBy>Toni Esan</cp:lastModifiedBy>
  <cp:revision>2</cp:revision>
  <dcterms:created xsi:type="dcterms:W3CDTF">2025-09-28T20:15:24Z</dcterms:created>
  <dcterms:modified xsi:type="dcterms:W3CDTF">2025-09-28T20:28:16Z</dcterms:modified>
</cp:coreProperties>
</file>